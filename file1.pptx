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97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4900"/>
              <a:t>Warum Zeitreisen eine schlechte Idee 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endParaRPr lang="de-DE" sz="2100"/>
          </a:p>
          <a:p>
            <a:r>
              <a:rPr lang="de-DE" sz="2100"/>
              <a:t>Eine Reise durch Chaos, Paradoxien und Kopfschmerzen.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1. Das Großmutter-Paradoxon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Wenn du deine eigene Vergangenheit veränderst…</a:t>
            </a:r>
          </a:p>
          <a:p>
            <a:r>
              <a:t>…veränderst du am Ende dich selbst.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2. Historische Schäden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Ein falsches Wort im Mittelalter → Hexenprozess.</a:t>
            </a:r>
          </a:p>
          <a:p>
            <a:r>
              <a:t>Erklärung moderner Technik → du wirst als Gott verehrt.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3. Schmetterlingseffekt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Ein kleiner Eingriff erzeugt massive Folgen.</a:t>
            </a:r>
          </a:p>
          <a:p>
            <a:r>
              <a:t>Plötzlich regieren Dinosaurier den Bundestag.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/>
              <a:t>4. Doppelgänger-Problem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Du triffst dein früheres Ich.</a:t>
            </a:r>
          </a:p>
          <a:p>
            <a:r>
              <a:t>Keiner weiß, wer der ‚echte‘ 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Technologie-Chaos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Moderne Geräte in der Vergangenheit sorgen für Panik.</a:t>
            </a:r>
          </a:p>
          <a:p>
            <a:r>
              <a:t>‚Was ist dieses Zauberrechteck?‘ – Jeder über dein Smartphone.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Zeitlinien-Kollaps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Zu viele Veränderungen brechen die Realität.</a:t>
            </a:r>
          </a:p>
          <a:p>
            <a:r>
              <a:t>Die Welt bleibt im Ladebildschirm hängen.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Chronische Verwirrung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Du weißt nie, welcher Tag gerade wirklich ist.</a:t>
            </a:r>
          </a:p>
          <a:p>
            <a:r>
              <a:t>Montag? Sonntag? 1842?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Zeitreise-Touristen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Wenn es möglich wäre, wäre jeder ständig in der Vergangenheit.</a:t>
            </a:r>
          </a:p>
          <a:p>
            <a:r>
              <a:t>Römer: ‚Warum sind hier plötzlich 200 Influencer?‘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Du wirst zur Fußnote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Jede Veränderung löscht deine eigene Bedeutung.</a:t>
            </a:r>
          </a:p>
          <a:p>
            <a:r>
              <a:t>‚Wer bist du nochmal?‘ – Die gesamte Geschichte.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Zeitreisen klingen cool…</a:t>
            </a:r>
          </a:p>
          <a:p>
            <a:r>
              <a:t>…aber die Realität wäre ein einziger kosmischer Fehldruck.</a:t>
            </a:r>
          </a:p>
          <a:p>
            <a:r>
              <a:t>Bleib lieber in der Gegenwart!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Microsoft Office PowerPoint</Application>
  <PresentationFormat>Bildschirmpräsentation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Warum Zeitreisen eine schlechte Idee ist</vt:lpstr>
      <vt:lpstr>1. Das Großmutter-Paradoxon</vt:lpstr>
      <vt:lpstr>2. Historische Schäden</vt:lpstr>
      <vt:lpstr>3. Schmetterlingseffekt</vt:lpstr>
      <vt:lpstr>4. Doppelgänger-Problem</vt:lpstr>
      <vt:lpstr>5. Technologie-Chaos</vt:lpstr>
      <vt:lpstr>6. Zeitlinien-Kollaps</vt:lpstr>
      <vt:lpstr>7. Chronische Verwirrung</vt:lpstr>
      <vt:lpstr>8. Zeitreise-Touristen</vt:lpstr>
      <vt:lpstr>9. Du wirst zur Fußnote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Valentin Wittmer</cp:lastModifiedBy>
  <cp:revision>2</cp:revision>
  <dcterms:created xsi:type="dcterms:W3CDTF">2013-01-27T09:14:16Z</dcterms:created>
  <dcterms:modified xsi:type="dcterms:W3CDTF">2025-11-23T19:23:58Z</dcterms:modified>
  <cp:category/>
</cp:coreProperties>
</file>